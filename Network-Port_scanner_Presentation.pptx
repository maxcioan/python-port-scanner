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3" r:id="rId1"/>
  </p:sldMasterIdLst>
  <p:notesMasterIdLst>
    <p:notesMasterId r:id="rId19"/>
  </p:notesMasterIdLst>
  <p:sldIdLst>
    <p:sldId id="257" r:id="rId2"/>
    <p:sldId id="258" r:id="rId3"/>
    <p:sldId id="265" r:id="rId4"/>
    <p:sldId id="259" r:id="rId5"/>
    <p:sldId id="266" r:id="rId6"/>
    <p:sldId id="260" r:id="rId7"/>
    <p:sldId id="267" r:id="rId8"/>
    <p:sldId id="261" r:id="rId9"/>
    <p:sldId id="268" r:id="rId10"/>
    <p:sldId id="262" r:id="rId11"/>
    <p:sldId id="269" r:id="rId12"/>
    <p:sldId id="263" r:id="rId13"/>
    <p:sldId id="270" r:id="rId14"/>
    <p:sldId id="264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75330" autoAdjust="0"/>
  </p:normalViewPr>
  <p:slideViewPr>
    <p:cSldViewPr snapToGrid="0">
      <p:cViewPr varScale="1">
        <p:scale>
          <a:sx n="64" d="100"/>
          <a:sy n="64" d="100"/>
        </p:scale>
        <p:origin x="1836" y="272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CD12A6-EFB8-4255-96F0-BA9439D0522F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4B025-FE86-41DC-81C6-8D8FB0B7B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06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760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16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38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623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38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MAHMOUD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47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MAHMOUD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52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625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68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3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353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MAHMOUD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66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MAHMOUD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92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MUZA/MAHMOUD/MAX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833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F4B025-FE86-41DC-81C6-8D8FB0B7B8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81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469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2973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6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9623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89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83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96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31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48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5480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29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140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48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989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799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797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22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410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340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00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551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4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5481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39185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692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036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811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143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4554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9477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266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8679791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810083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501609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8711552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44887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215202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9150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099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803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895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67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14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7626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4201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06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253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7033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39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008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4" r:id="rId31"/>
    <p:sldLayoutId id="2147483725" r:id="rId32"/>
    <p:sldLayoutId id="2147483726" r:id="rId33"/>
    <p:sldLayoutId id="2147483727" r:id="rId34"/>
    <p:sldLayoutId id="2147483728" r:id="rId35"/>
    <p:sldLayoutId id="2147483729" r:id="rId36"/>
    <p:sldLayoutId id="2147483730" r:id="rId37"/>
    <p:sldLayoutId id="2147483731" r:id="rId38"/>
    <p:sldLayoutId id="2147483732" r:id="rId39"/>
    <p:sldLayoutId id="2147483733" r:id="rId40"/>
    <p:sldLayoutId id="2147483734" r:id="rId41"/>
    <p:sldLayoutId id="2147483735" r:id="rId42"/>
    <p:sldLayoutId id="2147483736" r:id="rId43"/>
    <p:sldLayoutId id="2147483737" r:id="rId44"/>
    <p:sldLayoutId id="2147483738" r:id="rId45"/>
    <p:sldLayoutId id="2147483739" r:id="rId46"/>
    <p:sldLayoutId id="2147483740" r:id="rId47"/>
    <p:sldLayoutId id="2147483741" r:id="rId48"/>
    <p:sldLayoutId id="2147483742" r:id="rId49"/>
    <p:sldLayoutId id="2147483743" r:id="rId50"/>
    <p:sldLayoutId id="2147483744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0F0020A-D4F0-0098-217E-40101B208F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Network</a:t>
            </a:r>
            <a:br>
              <a:rPr lang="en-US" dirty="0">
                <a:latin typeface="Bernard MT Condensed" panose="02050806060905020404" pitchFamily="18" charset="0"/>
              </a:rPr>
            </a:br>
            <a:r>
              <a:rPr lang="en-US" dirty="0">
                <a:latin typeface="Bernard MT Condensed" panose="02050806060905020404" pitchFamily="18" charset="0"/>
              </a:rPr>
              <a:t>Port scanner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1BD6E061-9DCC-B23D-AF8A-1A59A52A51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/>
          <a:lstStyle/>
          <a:p>
            <a:r>
              <a:rPr lang="en-US" dirty="0"/>
              <a:t>By Mahmoud , Muza , Max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69B907-52C2-2F1E-6BA5-5BEBE889420D}"/>
              </a:ext>
            </a:extLst>
          </p:cNvPr>
          <p:cNvSpPr/>
          <p:nvPr/>
        </p:nvSpPr>
        <p:spPr>
          <a:xfrm>
            <a:off x="8314841" y="3859078"/>
            <a:ext cx="2921430" cy="222199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8067C3-B3A3-F3DB-C4E1-D290811B4B0B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78E882C-8F2D-B84B-403B-48744F0107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841" y="3533613"/>
            <a:ext cx="3091912" cy="309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9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D1D3F-69F0-18F8-AA21-EFF6353D8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427A7D3-102B-6FBD-AF47-3891EC695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1521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Lab Setup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079AA9-855E-90B6-1CA8-432E23BB5EEB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71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A3321-863E-AF3B-111D-BDE3E44C32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BB2C06-21D6-0745-F082-838994D999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9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BA39-A1EF-2E97-D6E7-1E8C592A7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7205DA0-D83C-F57C-9FAE-894E9790A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254451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Network Configuration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BCA0D7-4957-D478-8D90-48EC960EC6E2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024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0603-C8E5-38BE-DD6F-32DB1BDDAF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FE4024-E72D-969B-B530-D900ED5C12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2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7798E-BD04-472E-A491-B18446F09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CF750A6-DA50-EDD4-E261-BF29B09A2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2544512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Wireshark Tests and observations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30B25A-EEA4-2287-2FCD-BBF116A14C31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257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CB36-A47B-BB0A-0398-360290F87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50B3C3-86BE-10F5-AF00-A32F93534B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033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FAEC-237A-A2BA-4791-F618E631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1609FD1-EC56-2289-9E02-9379198D75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1"/>
            <a:ext cx="9317736" cy="259100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Design Report: </a:t>
            </a:r>
            <a:br>
              <a:rPr lang="en-US" dirty="0">
                <a:latin typeface="Bernard MT Condensed" panose="02050806060905020404" pitchFamily="18" charset="0"/>
              </a:rPr>
            </a:br>
            <a:r>
              <a:rPr lang="en-US" dirty="0">
                <a:latin typeface="Bernard MT Condensed" panose="02050806060905020404" pitchFamily="18" charset="0"/>
              </a:rPr>
              <a:t>Structure code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69872F-9841-EF3C-0A7A-26AE26CA0FDC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4211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DD857-818D-EDBE-86A9-409536DB89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E071A-5345-404D-2FC3-3C176C4503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132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1D4DA-912E-9AE7-4A0B-339EA535E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C78FA76-C453-AE07-2AD3-302E74477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1"/>
            <a:ext cx="9317736" cy="25135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Design Report:</a:t>
            </a:r>
            <a:br>
              <a:rPr lang="en-US" dirty="0">
                <a:latin typeface="Bernard MT Condensed" panose="02050806060905020404" pitchFamily="18" charset="0"/>
              </a:rPr>
            </a:br>
            <a:r>
              <a:rPr lang="en-US" dirty="0">
                <a:latin typeface="Bernard MT Condensed" panose="02050806060905020404" pitchFamily="18" charset="0"/>
              </a:rPr>
              <a:t>Library's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896E6A-009D-6CCF-F842-20CE9995ADDA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111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559E-5E09-1C25-9C76-D222B468B4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C3B348-3366-F98E-D3F3-F687225A73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45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B7A09-0F7D-F257-7D7E-06EB6F062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76D1C65-A9BA-C940-42EA-AB68E48D59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1"/>
            <a:ext cx="9317736" cy="25135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Bernard MT Condensed" panose="02050806060905020404" pitchFamily="18" charset="0"/>
              </a:rPr>
              <a:t>Testing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B0F326-9C1A-D2FA-660F-A2C51F2E5217}"/>
              </a:ext>
            </a:extLst>
          </p:cNvPr>
          <p:cNvSpPr/>
          <p:nvPr/>
        </p:nvSpPr>
        <p:spPr>
          <a:xfrm>
            <a:off x="0" y="6254496"/>
            <a:ext cx="12192000" cy="1645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982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40F79-469B-2927-6964-D7117951A6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69A55-A6CF-FF08-6817-98F4C7F74F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32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D56EBE9-D827-41AF-7EE9-CE5AF809BB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6600" dirty="0">
                <a:latin typeface="Bernard MT Condensed" panose="02050806060905020404" pitchFamily="18" charset="0"/>
              </a:rPr>
              <a:t>What challenges we met as  a group how we resolved or not what was your role in the group and something you learned</a:t>
            </a:r>
          </a:p>
        </p:txBody>
      </p:sp>
    </p:spTree>
    <p:extLst>
      <p:ext uri="{BB962C8B-B14F-4D97-AF65-F5344CB8AC3E}">
        <p14:creationId xmlns:p14="http://schemas.microsoft.com/office/powerpoint/2010/main" val="1511106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EA869-A081-FBE4-4303-7EBAC8BF7D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CEDDDC-9014-C80C-BC7B-2382248B65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30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F05E1-3A19-B8F1-B8F4-55E4B97EA6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BAB235-20E1-1AF3-04DE-6A218FFED6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28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20409-7551-3E3D-6161-B724AD4BB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925EBA-2E60-20CD-55DC-EA82FF94F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79168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70</TotalTime>
  <Words>85</Words>
  <Application>Microsoft Office PowerPoint</Application>
  <PresentationFormat>Widescreen</PresentationFormat>
  <Paragraphs>37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Bernard MT Condensed</vt:lpstr>
      <vt:lpstr>Neue Haas Grotesk Text Pro</vt:lpstr>
      <vt:lpstr>Dune</vt:lpstr>
      <vt:lpstr>Network Port scanner</vt:lpstr>
      <vt:lpstr>Lab Setup</vt:lpstr>
      <vt:lpstr>PowerPoint Presentation</vt:lpstr>
      <vt:lpstr>Network Configuration</vt:lpstr>
      <vt:lpstr>PowerPoint Presentation</vt:lpstr>
      <vt:lpstr>Wireshark Tests and observations</vt:lpstr>
      <vt:lpstr>PowerPoint Presentation</vt:lpstr>
      <vt:lpstr>Design Report:  Structure code</vt:lpstr>
      <vt:lpstr>PowerPoint Presentation</vt:lpstr>
      <vt:lpstr>Design Report: Library's</vt:lpstr>
      <vt:lpstr>PowerPoint Presentation</vt:lpstr>
      <vt:lpstr>Testing</vt:lpstr>
      <vt:lpstr>PowerPoint Presentation</vt:lpstr>
      <vt:lpstr>What challenges we met as  a group how we resolved or not what was your role in the group and something you learned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Maximilian I. Cozzone</dc:creator>
  <cp:lastModifiedBy>Maximilian I. Cozzone</cp:lastModifiedBy>
  <cp:revision>3</cp:revision>
  <dcterms:created xsi:type="dcterms:W3CDTF">2026-03-12T13:02:12Z</dcterms:created>
  <dcterms:modified xsi:type="dcterms:W3CDTF">2026-03-12T14:13:07Z</dcterms:modified>
</cp:coreProperties>
</file>